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Unified Knowledge-Grounded Generative AI Framework...</a:t>
            </a:r>
            <a:br/>
            <a:r>
              <a:t>Souparna Paul</a:t>
            </a:r>
            <a:br/>
            <a:r>
              <a:t>Supervisor: Dr. Soma Chatterjee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Vision: truthful AI summaries using RAG.</a:t>
            </a:r>
            <a:br/>
            <a:r>
              <a:t>Integrates retrieval with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Evolution from extractive to abstractive.</a:t>
            </a:r>
            <a:br/>
            <a:r>
              <a:t>Dialogue challenges and knowledge grounding.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Semantic drift, hallucination, stale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BART, T5, GPT; gaps in factual grounding.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Design RAG pipeline, filtering, adaptive retrieval, benchmarking.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Input→Retrieval→Augmentation→Generation.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Flow: Dialogue→Encoder→Vector DB→Fusion→LLM→Verifier.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L=Lgen+λLfact</a:t>
            </a:r>
            <a:br/>
            <a:r>
              <a:t>Cosine similarity retrieval.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DialogSum, MediaSum, Wikipedia KB.</a:t>
            </a:r>
            <a:br/>
            <a:r>
              <a:t>PyTorch, HF, LangChain.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ROUGE, FactCC, human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Dynamic contextualization and reduced hallucination.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12-month phased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Scalable trustworthy summarization.</a:t>
            </a:r>
            <a:br/>
            <a:r>
              <a:t>Future: multimodal, edge AI.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Lewis et al. 2020; Vaswani et al. 2017; Gliwa et al. 2019.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Thank You!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